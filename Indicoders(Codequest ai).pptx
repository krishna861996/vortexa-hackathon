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al Unicode MS" panose="020B0604020202020204" pitchFamily="34" charset="-128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Heading Now 31-38" panose="020B0604020202020204" charset="0"/>
      <p:regular r:id="rId15"/>
    </p:embeddedFont>
    <p:embeddedFont>
      <p:font typeface="Heading Now 31-38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3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6676" y="6251072"/>
            <a:ext cx="711192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4771" b="1" spc="46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NAME : </a:t>
            </a:r>
            <a:r>
              <a:rPr lang="en-US" sz="4771" b="1" spc="46" dirty="0" err="1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Indicoders</a:t>
            </a:r>
            <a:endParaRPr lang="en-US" sz="4771" b="1" spc="46" dirty="0">
              <a:solidFill>
                <a:srgbClr val="4E4A76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6676" y="4624086"/>
            <a:ext cx="15158424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 dirty="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 TITLE : </a:t>
            </a:r>
          </a:p>
          <a:p>
            <a:pPr>
              <a:lnSpc>
                <a:spcPts val="5148"/>
              </a:lnSpc>
            </a:pPr>
            <a:r>
              <a:rPr lang="it-IT" sz="5148" spc="50" dirty="0">
                <a:solidFill>
                  <a:schemeClr val="accent4">
                    <a:lumMod val="75000"/>
                  </a:scheme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CodeQuest AI: AI Coding Mentor &amp; Debugging Missions</a:t>
            </a:r>
            <a:endParaRPr lang="en-US" sz="5148" spc="50" dirty="0">
              <a:solidFill>
                <a:schemeClr val="accent4">
                  <a:lumMod val="75000"/>
                </a:schemeClr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36677" y="3700840"/>
            <a:ext cx="6250076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DOMAIN &amp; NO :</a:t>
            </a:r>
            <a:r>
              <a:rPr lang="en-US" sz="5148" b="1" spc="50" dirty="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</a:t>
            </a:r>
            <a:r>
              <a:rPr lang="en-US" sz="5148" spc="50" dirty="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5, E-02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676" y="7322200"/>
            <a:ext cx="467352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4472" b="1" spc="43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ID : VTX26-90393</a:t>
            </a: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4418" y="366545"/>
            <a:ext cx="4010276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86268" y="366545"/>
            <a:ext cx="1413653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81496" y="1747988"/>
            <a:ext cx="2453149" cy="57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608" b="1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77" y="2531879"/>
            <a:ext cx="2119254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721" b="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1" b="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id="13" name="Freeform 13"/>
          <p:cNvSpPr/>
          <p:nvPr/>
        </p:nvSpPr>
        <p:spPr>
          <a:xfrm>
            <a:off x="46256" y="-393054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r="-378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154" b="-305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43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418328" y="-5715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BDE51-A552-4CBC-B707-573E9619F684}"/>
              </a:ext>
            </a:extLst>
          </p:cNvPr>
          <p:cNvSpPr txBox="1"/>
          <p:nvPr/>
        </p:nvSpPr>
        <p:spPr>
          <a:xfrm>
            <a:off x="289931" y="1991427"/>
            <a:ext cx="9788754" cy="659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Coding is easy to start. Debugging is hard to master.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Confusing Errors: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Beginners struggle to understand compiler errors and failed test cases.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Solution Dependency: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Existing AI tools can encourage copying code instead of understanding it.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Lack of Personalization: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Learners receive limited guidance based on their recurring mistakes.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Learning Gaps: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It is difficult to track weaknesses and measure actual skill improvement.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Core Problem: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Students need guidance that helps them understand and solve coding problems independently.</a:t>
            </a:r>
          </a:p>
          <a:p>
            <a:pPr>
              <a:lnSpc>
                <a:spcPct val="150000"/>
              </a:lnSpc>
            </a:pPr>
            <a:endParaRPr lang="en-IN" sz="20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4FFC361-0801-4CED-9A74-42E2288B54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381" y="3380304"/>
            <a:ext cx="6135083" cy="34522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B4A817-BE08-41DA-A205-8E93475EEAD9}"/>
              </a:ext>
            </a:extLst>
          </p:cNvPr>
          <p:cNvSpPr txBox="1"/>
          <p:nvPr/>
        </p:nvSpPr>
        <p:spPr>
          <a:xfrm>
            <a:off x="296153" y="1286142"/>
            <a:ext cx="10479973" cy="8892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CodeQuest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AI — AI Coding Mentor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CodeQuest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AI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a proposed beginner-friendly coding platform that guides students toward understanding and fixing their own code.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How it works: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Select a coding challenge and write code.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Run the code and inspect errors and test results.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Receive progressive hints: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- Level 1: Conceptual Nudge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- Level 2: Focused Direction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- Level 3: Specific Debugging Guidance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Fix the code independently and try again.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Track recurring mistakes and receive targeted practice recommendations as a planned feature.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Don’t just fix the bug. Learn how to think</a:t>
            </a:r>
            <a:endParaRPr lang="en-IN" sz="2400" b="1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FD885BD-DBF4-4A7A-8997-3F77045C029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322" y="2344840"/>
            <a:ext cx="6973076" cy="34303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FEFDDB2-588D-4905-A757-989DCF743DA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322" y="5832354"/>
            <a:ext cx="7026176" cy="3630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5986011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36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4F1F1A-0E21-41AE-A313-F13DC965A32F}"/>
              </a:ext>
            </a:extLst>
          </p:cNvPr>
          <p:cNvSpPr txBox="1"/>
          <p:nvPr/>
        </p:nvSpPr>
        <p:spPr>
          <a:xfrm>
            <a:off x="257365" y="1621517"/>
            <a:ext cx="7134035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Frontend/Application</a:t>
            </a:r>
            <a:endParaRPr lang="en-IN" sz="2400" u="sng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Next.js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Tailwind </a:t>
            </a:r>
            <a:r>
              <a:rPr lang="en-IN" sz="2400" dirty="0" err="1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css</a:t>
            </a:r>
            <a:endParaRPr lang="en-IN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Pyodide</a:t>
            </a: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(code editor)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Backend &amp; Deployment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Supabase</a:t>
            </a: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with PostgreSQL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Vercel</a:t>
            </a: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– Deployment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Python 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FastAPI</a:t>
            </a:r>
            <a:endParaRPr lang="en-IN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Gemini API (AI mentor)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Codex</a:t>
            </a:r>
            <a:br>
              <a:rPr lang="en-IN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Antigravity</a:t>
            </a:r>
          </a:p>
          <a:p>
            <a:endParaRPr lang="en-IN" sz="24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82062BC-45D1-4CBE-AA74-40FA7FA9B49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51"/>
          <a:stretch/>
        </p:blipFill>
        <p:spPr>
          <a:xfrm>
            <a:off x="6500148" y="2901784"/>
            <a:ext cx="10787747" cy="4650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334880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E9B856-EDED-48C1-89DA-E9FF3343DED9}"/>
              </a:ext>
            </a:extLst>
          </p:cNvPr>
          <p:cNvSpPr txBox="1"/>
          <p:nvPr/>
        </p:nvSpPr>
        <p:spPr>
          <a:xfrm>
            <a:off x="487644" y="1602467"/>
            <a:ext cx="10942356" cy="8338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Practical to build. Flexible to scale.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Technical Feasibility</a:t>
            </a:r>
            <a:endParaRPr lang="en-US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Built using established web technologies and modular components.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AI and code execution services can be integrated independently.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Implementation Feasibility</a:t>
            </a:r>
            <a:endParaRPr lang="en-US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Begin with a focused set of programming challenges.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Prioritize the complete cycle of coding, testing, and receiving feedback.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Safety &amp; Reliability</a:t>
            </a:r>
            <a:endParaRPr lang="en-US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Isolated code execution with time and resource limits.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Server-side API key management and controlled service access.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Economic Viability</a:t>
            </a:r>
            <a:endParaRPr lang="en-US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Start with a limited challenge set and cost-conscious AI usage.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Expand capabilities as usage and resources grow.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Potential Users: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Students, coding clubs, educators and self-paced learners.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9EB4804-B29E-480C-A6DF-62EF316613A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78"/>
          <a:stretch/>
        </p:blipFill>
        <p:spPr>
          <a:xfrm>
            <a:off x="9929625" y="1845135"/>
            <a:ext cx="7988385" cy="7162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529376" y="-571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5E170C-B5E0-4D55-9174-38AEC0D49524}"/>
              </a:ext>
            </a:extLst>
          </p:cNvPr>
          <p:cNvSpPr txBox="1"/>
          <p:nvPr/>
        </p:nvSpPr>
        <p:spPr>
          <a:xfrm>
            <a:off x="293453" y="1296533"/>
            <a:ext cx="9536347" cy="8892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From debugging frustration to independent problem-solving.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For Students</a:t>
            </a:r>
            <a:endParaRPr lang="en-US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Understand errors instead of blindly fixing them.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Build confidence through guided practice.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Strengthen programming fundamentals.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For Educators</a:t>
            </a:r>
            <a:endParaRPr lang="en-US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Support self-paced learning.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Identify recurring mistakes and areas requiring attention, where progress tracking is available.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For Learning Outcomes</a:t>
            </a:r>
            <a:endParaRPr lang="en-US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Encourage logical thinking and independent debugging.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Make coding practice more engaging through challenges and milestones.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Long-Term Vision: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Make personalized programming guidance more accessible to every learner.</a:t>
            </a:r>
          </a:p>
          <a:p>
            <a:pPr>
              <a:lnSpc>
                <a:spcPct val="150000"/>
              </a:lnSpc>
            </a:pPr>
            <a:endParaRPr lang="en-IN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852C0F-1EE8-4842-9CCB-D623E9A1A1F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4"/>
          <a:stretch/>
        </p:blipFill>
        <p:spPr>
          <a:xfrm>
            <a:off x="9828463" y="2032104"/>
            <a:ext cx="7245685" cy="60941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221244" y="-571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1428DE-9BFC-4A4B-93E0-137379B12683}"/>
              </a:ext>
            </a:extLst>
          </p:cNvPr>
          <p:cNvSpPr txBox="1"/>
          <p:nvPr/>
        </p:nvSpPr>
        <p:spPr>
          <a:xfrm>
            <a:off x="273911" y="1769492"/>
            <a:ext cx="8610600" cy="7230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What Makes </a:t>
            </a:r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CodeQuest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AI Different?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Learning over copying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 Encourages learners to understand the reasoning behind a solution.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Progress through practice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 Turns mistakes into opportunities to retry, reflect, and improve.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path toward independence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 Aims to help students solve future problems with greater confidence.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Our Differentiator: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A challenge-driven coding experience that prioritizes understanding, independent debugging, and continuous improvement.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Help learners discover the answer — not simply receive it.</a:t>
            </a:r>
            <a:endParaRPr lang="en-IN" sz="2400" b="1" dirty="0">
              <a:solidFill>
                <a:schemeClr val="accent4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3F5274-91FD-49B2-AB3F-64AA0BBFC2A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40"/>
          <a:stretch/>
        </p:blipFill>
        <p:spPr>
          <a:xfrm>
            <a:off x="8402597" y="2548132"/>
            <a:ext cx="9937067" cy="6984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663020" y="3238633"/>
            <a:ext cx="6961960" cy="222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sz="14129" b="1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17132" y="5877000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561</Words>
  <Application>Microsoft Office PowerPoint</Application>
  <PresentationFormat>Custom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Heading Now 31-38</vt:lpstr>
      <vt:lpstr>Arial</vt:lpstr>
      <vt:lpstr>Arial Unicode MS</vt:lpstr>
      <vt:lpstr>Calibri</vt:lpstr>
      <vt:lpstr>Heading Now 31-38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dc:creator>A1</dc:creator>
  <cp:lastModifiedBy>A1</cp:lastModifiedBy>
  <cp:revision>12</cp:revision>
  <dcterms:created xsi:type="dcterms:W3CDTF">2006-08-16T00:00:00Z</dcterms:created>
  <dcterms:modified xsi:type="dcterms:W3CDTF">2026-10-11T13:44:03Z</dcterms:modified>
  <dc:identifier>DAHXr7I3BNw</dc:identifier>
</cp:coreProperties>
</file>